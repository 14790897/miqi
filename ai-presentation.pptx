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 Intelligence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 — 技术、应用与未来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什么是人工智能？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人工智能（AI）是让机器模拟人类智能的科学与工程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从数据中学习模式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🗣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自然语言处理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理解和生成人类语言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计算机视觉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分析图像和视频内容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机器人技术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5257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自主感知与行动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4846320" cy="2194560"/>
          </a:xfrm>
          <a:prstGeom prst="roundRect">
            <a:avLst>
              <a:gd name="adj" fmla="val 6250"/>
            </a:avLst>
          </a:prstGeom>
          <a:solidFill>
            <a:srgbClr val="CA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280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16459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1.8万亿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132320" y="2377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AI 市场规模 (美元)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0"/>
            <a:ext cx="4846320" cy="219456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生产力提升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206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132320" y="4937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工具带来的开发效率提升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多层神经网络实现复杂模式识别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1.8万亿参数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874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通过试错与环境交互学习最优策略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Zero: 完全自学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1874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自注意力机制革命性改变 NLP 领域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扩散模型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从噪声中逐步恢复高清图像和视频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Diffusion, Sora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检索增强生成实现知识密集型任务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MiQi Desktop 的核心技术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融合文本、图像、音频统一理解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Gemini 2.0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应用场景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医疗健康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影像诊断准确率达 95%，辅助药物发现周期缩短 60%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CAF0F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🏦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金融服务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智能风控、量化交易、欺诈检测覆盖数亿用户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CA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自动驾驶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级自动驾驶商用化，事故率降低 90%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智能制造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 + AI 质检，良品率提升至 99.8%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C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教育科技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5120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个性化学习路径，AI 助教 7x24 答疑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CA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软件开发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5120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编码助手覆盖 70% 开发任务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的未来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通用人工智能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6616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人机协作新范式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安全与对齐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3544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23544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 + 端侧AI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MiQi Desktop — 智能桌面 AI 助手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2026-07-09T10:23:33Z</dcterms:created>
  <dcterms:modified xsi:type="dcterms:W3CDTF">2026-07-09T10:23:33Z</dcterms:modified>
</cp:coreProperties>
</file>